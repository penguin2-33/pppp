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sldIdLst>
    <p:sldId id="259" r:id="rId4"/>
    <p:sldId id="261" r:id="rId5"/>
    <p:sldId id="262" r:id="rId6"/>
    <p:sldId id="266" r:id="rId7"/>
    <p:sldId id="267" r:id="rId8"/>
    <p:sldId id="268" r:id="rId9"/>
    <p:sldId id="263" r:id="rId10"/>
  </p:sldIdLst>
  <p:sldSz cx="12192000" cy="6858000"/>
  <p:notesSz cx="6858000" cy="9144000"/>
  <p:embeddedFontLst>
    <p:embeddedFont>
      <p:font typeface="微软雅黑" panose="020B0503020204020204" charset="-122"/>
      <p:regular r:id="rId14"/>
      <p:bold r:id="rId15"/>
    </p:embeddedFont>
    <p:embeddedFont>
      <p:font typeface="黑体" panose="02010609060101010101" pitchFamily="49" charset="-122"/>
      <p:regular r:id="rId16"/>
    </p:embeddedFont>
    <p:embeddedFont>
      <p:font typeface="方正大黑简体" panose="03000509000000000000" pitchFamily="2" charset="-122"/>
      <p:regular r:id="rId17"/>
    </p:embeddedFont>
    <p:embeddedFont>
      <p:font typeface="等线" panose="02010600030101010101" charset="-122"/>
      <p:regular r:id="rId18"/>
      <p:bold r:id="rId19"/>
    </p:embeddedFont>
    <p:embeddedFont>
      <p:font typeface="等线 Light" panose="02010600030101010101" charset="-122"/>
      <p:regular r:id="rId20"/>
    </p:embeddedFont>
  </p:embeddedFontLst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6A2"/>
    <a:srgbClr val="D2CDF5"/>
    <a:srgbClr val="BFC0F7"/>
    <a:srgbClr val="1B0764"/>
    <a:srgbClr val="1A0764"/>
    <a:srgbClr val="FCC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3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10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.xml"/><Relationship Id="rId20" Type="http://schemas.openxmlformats.org/officeDocument/2006/relationships/font" Target="fonts/font7.fntdata"/><Relationship Id="rId2" Type="http://schemas.openxmlformats.org/officeDocument/2006/relationships/theme" Target="theme/theme1.xml"/><Relationship Id="rId19" Type="http://schemas.openxmlformats.org/officeDocument/2006/relationships/font" Target="fonts/font6.fntdata"/><Relationship Id="rId18" Type="http://schemas.openxmlformats.org/officeDocument/2006/relationships/font" Target="fonts/font5.fntdata"/><Relationship Id="rId17" Type="http://schemas.openxmlformats.org/officeDocument/2006/relationships/font" Target="fonts/font4.fntdata"/><Relationship Id="rId16" Type="http://schemas.openxmlformats.org/officeDocument/2006/relationships/font" Target="fonts/font3.fntdata"/><Relationship Id="rId15" Type="http://schemas.openxmlformats.org/officeDocument/2006/relationships/font" Target="fonts/font2.fntdata"/><Relationship Id="rId14" Type="http://schemas.openxmlformats.org/officeDocument/2006/relationships/font" Target="fonts/font1.fntdata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90"/>
          <a:stretch>
            <a:fillRect/>
          </a:stretch>
        </p:blipFill>
        <p:spPr>
          <a:xfrm>
            <a:off x="11068388" y="59248"/>
            <a:ext cx="751567" cy="6626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sp>
        <p:nvSpPr>
          <p:cNvPr id="9" name="文本框 8"/>
          <p:cNvSpPr txBox="1"/>
          <p:nvPr userDrawn="1"/>
        </p:nvSpPr>
        <p:spPr>
          <a:xfrm>
            <a:off x="638175" y="1714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9743" y="1119752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文本&#10;&#10;AI 生成的内容可能不正确。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90"/>
          <a:stretch>
            <a:fillRect/>
          </a:stretch>
        </p:blipFill>
        <p:spPr>
          <a:xfrm>
            <a:off x="11100138" y="97348"/>
            <a:ext cx="751567" cy="6626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png"/><Relationship Id="rId13" Type="http://schemas.openxmlformats.org/officeDocument/2006/relationships/image" Target="../media/image1.png"/><Relationship Id="rId12" Type="http://schemas.openxmlformats.org/officeDocument/2006/relationships/image" Target="../media/image2.tiff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3.png"/><Relationship Id="rId13" Type="http://schemas.openxmlformats.org/officeDocument/2006/relationships/image" Target="../media/image1.png"/><Relationship Id="rId12" Type="http://schemas.openxmlformats.org/officeDocument/2006/relationships/image" Target="../media/image5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755649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pic>
        <p:nvPicPr>
          <p:cNvPr id="20" name="图片 19" descr="文本&#10;&#10;AI 生成的内容可能不正确。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90"/>
          <a:stretch>
            <a:fillRect/>
          </a:stretch>
        </p:blipFill>
        <p:spPr>
          <a:xfrm>
            <a:off x="11088000" y="72000"/>
            <a:ext cx="751567" cy="662631"/>
          </a:xfrm>
          <a:prstGeom prst="rect">
            <a:avLst/>
          </a:prstGeom>
        </p:spPr>
      </p:pic>
      <p:pic>
        <p:nvPicPr>
          <p:cNvPr id="7" name="图片 6" descr="微信图片_20260814110210_58_235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60000" y="71755"/>
            <a:ext cx="2937836" cy="61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FC0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夜空, 游戏机, 舞台, 星星&#10;&#10;AI 生成的内容可能不正确。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0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51D6A-F909-4A06-BC7E-06324D4A83B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76B0E0-9A34-49E5-B670-1F4D9198A48E}" type="slidenum">
              <a:rPr lang="zh-CN" altLang="en-US" smtClean="0"/>
            </a:fld>
            <a:endParaRPr lang="zh-CN" altLang="en-US"/>
          </a:p>
        </p:txBody>
      </p:sp>
      <p:pic>
        <p:nvPicPr>
          <p:cNvPr id="20" name="图片 19" descr="文本&#10;&#10;AI 生成的内容可能不正确。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890"/>
          <a:stretch>
            <a:fillRect/>
          </a:stretch>
        </p:blipFill>
        <p:spPr>
          <a:xfrm>
            <a:off x="11088000" y="72000"/>
            <a:ext cx="751567" cy="662631"/>
          </a:xfrm>
          <a:prstGeom prst="rect">
            <a:avLst/>
          </a:prstGeom>
        </p:spPr>
      </p:pic>
      <p:pic>
        <p:nvPicPr>
          <p:cNvPr id="10" name="图片 9" descr="微信图片_20260814110210_58_235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60000" y="71755"/>
            <a:ext cx="2937836" cy="612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ctrTitle"/>
          </p:nvPr>
        </p:nvSpPr>
        <p:spPr>
          <a:xfrm>
            <a:off x="1524000" y="986473"/>
            <a:ext cx="9144000" cy="2387600"/>
          </a:xfrm>
        </p:spPr>
        <p:txBody>
          <a:bodyPr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汇报主题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777490" y="3581400"/>
            <a:ext cx="66370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2"/>
          <p:cNvGraphicFramePr/>
          <p:nvPr/>
        </p:nvGraphicFramePr>
        <p:xfrm>
          <a:off x="3216275" y="3788410"/>
          <a:ext cx="576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1440000"/>
                <a:gridCol w="1440000"/>
                <a:gridCol w="1440000"/>
              </a:tblGrid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黑体" panose="02010609060101010101" pitchFamily="49" charset="-122"/>
                          <a:sym typeface="+mn-ea"/>
                        </a:rPr>
                        <a:t>团队名称：</a:t>
                      </a: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/>
                        <a:t>bug</a:t>
                      </a:r>
                      <a:r>
                        <a:rPr lang="zh-CN" altLang="en-US"/>
                        <a:t>扎</a:t>
                      </a:r>
                      <a:r>
                        <a:rPr lang="zh-CN" altLang="en-US"/>
                        <a:t>队</a:t>
                      </a: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成</a:t>
                      </a:r>
                      <a:r>
                        <a:rPr lang="en-US" altLang="zh-CN" sz="18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      </a:t>
                      </a:r>
                      <a:r>
                        <a:rPr lang="zh-CN" altLang="en-US" sz="18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员：</a:t>
                      </a: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秦彬</a:t>
                      </a:r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陈琪宣</a:t>
                      </a:r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黑体" panose="02010609060101010101" pitchFamily="49" charset="-122"/>
                          <a:sym typeface="+mn-ea"/>
                        </a:rPr>
                        <a:t>单位院校：</a:t>
                      </a: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宁波城市职业技术学院</a:t>
                      </a:r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800">
                          <a:solidFill>
                            <a:schemeClr val="bg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黑体" panose="02010609060101010101" pitchFamily="49" charset="-122"/>
                          <a:sym typeface="+mn-ea"/>
                        </a:rPr>
                        <a:t>指导教师：</a:t>
                      </a:r>
                      <a:endParaRPr lang="zh-CN" alt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>
                          <a:solidFill>
                            <a:schemeClr val="bg1"/>
                          </a:solidFill>
                        </a:rPr>
                        <a:t>王超</a:t>
                      </a:r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698500" y="3375025"/>
            <a:ext cx="3359150" cy="708025"/>
          </a:xfrm>
        </p:spPr>
        <p:txBody>
          <a:bodyPr>
            <a:normAutofit fontScale="90000"/>
          </a:bodyPr>
          <a:lstStyle/>
          <a:p>
            <a:pPr algn="r"/>
            <a:r>
              <a:rPr lang="zh-CN" altLang="en-US" sz="4900" b="1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br>
              <a:rPr lang="en-US" altLang="zh-CN" sz="4900" dirty="0">
                <a:solidFill>
                  <a:schemeClr val="bg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</a:br>
            <a:br>
              <a:rPr lang="en-US" altLang="zh-CN" sz="4900" dirty="0">
                <a:solidFill>
                  <a:schemeClr val="bg1"/>
                </a:solidFill>
                <a:latin typeface="方正大黑简体" panose="03000509000000000000" pitchFamily="2" charset="-122"/>
                <a:ea typeface="方正大黑简体" panose="03000509000000000000" pitchFamily="2" charset="-122"/>
              </a:rPr>
            </a:br>
            <a:endParaRPr lang="zh-CN" altLang="en-US" sz="2700" dirty="0">
              <a:solidFill>
                <a:schemeClr val="bg1"/>
              </a:solidFill>
              <a:latin typeface="Arial Nova Light" panose="020B0304020202020204" pitchFamily="34" charset="0"/>
              <a:ea typeface="方正黑体简体" panose="03000509000000000000" pitchFamily="2" charset="-122"/>
              <a:cs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405313" y="2232818"/>
            <a:ext cx="7340600" cy="3344863"/>
          </a:xfrm>
        </p:spPr>
        <p:txBody>
          <a:bodyPr/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 ...</a:t>
            </a:r>
            <a:endParaRPr lang="en-US" altLang="zh-CN" sz="1800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</a:rPr>
              <a:t>... ...</a:t>
            </a:r>
            <a:endParaRPr lang="zh-CN" altLang="en-US" sz="1800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 ...</a:t>
            </a:r>
            <a:endParaRPr lang="zh-CN" altLang="en-US" sz="1800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zh-CN" sz="1800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 ...</a:t>
            </a:r>
            <a:endParaRPr lang="en-US" altLang="zh-CN" sz="1800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en-US" altLang="zh-CN" sz="1800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81012" y="3905250"/>
            <a:ext cx="2095500" cy="0"/>
          </a:xfrm>
          <a:prstGeom prst="line">
            <a:avLst/>
          </a:prstGeom>
          <a:ln>
            <a:solidFill>
              <a:srgbClr val="1106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464468" y="3270806"/>
            <a:ext cx="1350963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Contents</a:t>
            </a:r>
            <a:endParaRPr lang="zh-CN" altLang="en-US" b="1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95080" y="1722767"/>
            <a:ext cx="3627438" cy="0"/>
          </a:xfrm>
          <a:prstGeom prst="line">
            <a:avLst/>
          </a:prstGeom>
          <a:ln>
            <a:solidFill>
              <a:srgbClr val="1106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850298"/>
            <a:ext cx="10515600" cy="769612"/>
          </a:xfrm>
        </p:spPr>
        <p:txBody>
          <a:bodyPr anchor="ctr" anchorCtr="0">
            <a:normAutofit/>
          </a:bodyPr>
          <a:lstStyle/>
          <a:p>
            <a:r>
              <a:rPr lang="zh-CN" altLang="en-US" sz="3200" b="1" dirty="0">
                <a:solidFill>
                  <a:srgbClr val="1106A2"/>
                </a:solidFill>
                <a:latin typeface="微软雅黑" panose="020B0503020204020204" charset="-122"/>
                <a:ea typeface="微软雅黑" panose="020B0503020204020204" charset="-122"/>
              </a:rPr>
              <a:t>小标题</a:t>
            </a:r>
            <a:endParaRPr lang="zh-CN" altLang="en-US" sz="3200" b="1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895080" y="1722767"/>
            <a:ext cx="3627438" cy="0"/>
          </a:xfrm>
          <a:prstGeom prst="line">
            <a:avLst/>
          </a:prstGeom>
          <a:ln>
            <a:solidFill>
              <a:srgbClr val="1106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838200" y="850298"/>
            <a:ext cx="10515600" cy="769612"/>
          </a:xfrm>
        </p:spPr>
        <p:txBody>
          <a:bodyPr anchor="ctr" anchorCtr="0">
            <a:normAutofit/>
          </a:bodyPr>
          <a:lstStyle/>
          <a:p>
            <a:endParaRPr lang="zh-CN" altLang="en-US" sz="3200" b="1" dirty="0">
              <a:solidFill>
                <a:srgbClr val="1106A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6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en-US" sz="5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endParaRPr lang="en-US" altLang="zh-CN" dirty="0">
              <a:solidFill>
                <a:schemeClr val="bg1"/>
              </a:solidFill>
              <a:latin typeface="方正大黑简体" panose="03000509000000000000" pitchFamily="2" charset="-122"/>
              <a:ea typeface="方正大黑简体" panose="03000509000000000000" pitchFamily="2" charset="-122"/>
              <a:cs typeface="Arial" panose="020B0604020202020204" pitchFamily="34" charset="0"/>
            </a:endParaRPr>
          </a:p>
          <a:p>
            <a:pPr algn="ctr"/>
            <a:r>
              <a:rPr lang="en-US" altLang="zh-CN" b="1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bug</a:t>
            </a:r>
            <a:r>
              <a:rPr lang="zh-CN" altLang="en-US" b="1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扎队</a:t>
            </a:r>
            <a:r>
              <a:rPr lang="en-US" altLang="zh-CN" b="1" spc="2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 2026.08</a:t>
            </a:r>
            <a:r>
              <a:rPr lang="en-US" altLang="zh-CN" b="1" spc="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.24</a:t>
            </a:r>
            <a:endParaRPr lang="zh-CN" altLang="en-US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025900" y="3733800"/>
            <a:ext cx="41592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TNkZTdkNWJkMDY4M2MzNTJhOTMzZmI3OWMxNGZiOTc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</Words>
  <Application>WPS 演示</Application>
  <PresentationFormat>宽屏</PresentationFormat>
  <Paragraphs>48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黑体</vt:lpstr>
      <vt:lpstr>方正大黑简体</vt:lpstr>
      <vt:lpstr>Arial Nova Light</vt:lpstr>
      <vt:lpstr>方正黑体简体</vt:lpstr>
      <vt:lpstr>等线</vt:lpstr>
      <vt:lpstr>Arial Unicode MS</vt:lpstr>
      <vt:lpstr>等线 Light</vt:lpstr>
      <vt:lpstr>Calibri</vt:lpstr>
      <vt:lpstr>Office 主题​​</vt:lpstr>
      <vt:lpstr>1_Office 主题​​</vt:lpstr>
      <vt:lpstr>汇报主题</vt:lpstr>
      <vt:lpstr>目录  </vt:lpstr>
      <vt:lpstr>小标题</vt:lpstr>
      <vt:lpstr>PowerPoint 演示文稿</vt:lpstr>
      <vt:lpstr>PowerPoint 演示文稿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e12193</dc:creator>
  <cp:lastModifiedBy>灰机、带翅膀</cp:lastModifiedBy>
  <cp:revision>30</cp:revision>
  <dcterms:created xsi:type="dcterms:W3CDTF">2025-07-29T16:56:00Z</dcterms:created>
  <dcterms:modified xsi:type="dcterms:W3CDTF">2026-08-23T12:17:03Z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BBF6567471CA4007B6EE487F43F8C8E5_13</vt:lpwstr>
  </property>
  <property fmtid="{D5CDD505-2E9C-101B-9397-08002B2CF9AE}" pid="3" name="KSOProductBuildVer">
    <vt:lpwstr>2052-12.1.0.28043</vt:lpwstr>
  </property>
</Properties>
</file>