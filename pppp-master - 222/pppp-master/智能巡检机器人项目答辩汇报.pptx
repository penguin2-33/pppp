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八个部分。首先，我们将阐述对赛题背景的理解和任务目标的分析。其次，介绍我们所使用的仿真平台和构建的机器人模型。接着，详细解读我们的系统方案，包括自动寻路、避障和视觉识别等核心技术。之后，我们会展示任务的配置与实施过程，并演示机器人的主要功能。最后，分享我们的调试经验、测试结果，并总结项目的技术特点与工业应用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对赛题背景的理解。在工业4.0时代，设备的稳定运行至关重要。然而，传统的人工巡检存在效率低、主观性强、数据无法有效利用以及安全风险高等诸多痛点。智能巡检机器人正是为了解决这些问题而诞生的，它不仅是移动的传感器，更是智能的分析器，是工业互联网的关键终端设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市场角度看，智能巡检机器人是一个千亿级的广阔赛道。无论是国内还是全球市场，都呈现出高速增长的态势。其应用场景也十分广泛，涵盖了电力、能源、轨道交通等多个关键领域。本次大赛的任务，正是要求我们在一个典型的工业场景——配电室中，验证机器人的核心能力，这具有很强的现实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高效、安全地开发，我们选择了功能强大的CoppeliaSim仿真平台。它支持多种物理引擎和传感器仿真，并能与ROS2无缝集成，极大地提升了我们的开发效率。如图所示，我们在CoppeliaSim中构建了包含移动底盘、激光雷达和深度相机的巡检机器人模型，为后续的算法开发提供了坚实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系统方案设计。首先是自动寻路与地图构建。我们采用成熟的GMapping算法，它能融合激光雷达和里程计数据，在未知环境中一边定位自身，一边构建地图。这为机器人的自主导航提供了基础。我们通过ROS2的slam_toolbox功能包实现了这一功能，它高效且稳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地图之后，机器人如何到达指定地点呢？我们采用了ROS2的Nav2导航框架。它包含两个核心部分：全局路径规划和局部路径规划。全局路径规划使用A*算法，为机器人规划一条从起点到终点的全局最优路径。而局部路径规划则使用DWA算法，它能实时处理环境中的动态障碍物，比如突然出现的人员或工具，确保机器人能够安全、平滑地绕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机器人到达目标点后，如何“看懂”设备状态呢？这就需要视觉识别。我们采用了当前先进的YOLOv8目标检测算法。它速度快、精度高，非常适合实时检测任务。我们将YOLOv8封装成ROS2节点，让它处理摄像头采集的图像，识别配电箱上的指示灯颜色、开关位置等关键信息。为了让模型更适应我们的场景，我们还使用自己标注的数据集对模型进行了微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介绍任务的配置与实施过程。首先，我们在CoppeliaSim中搭建好仿真环境。然后，在ROS2中部署我们的代码，包括SLAM、导航和视觉识别等功能包。最后，通过一个高层级的任务节点，我们可以一键启动整个巡检流程，机器人会自动前往各个巡检点，完成检测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展示机器人的主要功能。首先是自动巡路与地图构建。如大家所见，机器人在进入一个未知环境后，能够自主探索，并实时构建出环境的地图。这张地图非常清晰，能够准确反映出墙壁、设备等障碍物的位置，为后续的导航提供了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功能是障碍物规避。在巡检过程中，环境可能是动态变化的。当机器人检测到路径上出现障碍物时，它会立即做出反应，减速并规划出一条新的绕行路径。绕行完成后，它还能智能地回到原来的路径上，继续完成任务。这充分保证了机器人在复杂环境中的运行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，也是最核心的功能，就是配电箱状态检测与异常报警。机器人到达巡检点后，会自动对配电箱进行拍照分析。当检测到指示灯为绿色时，判定为正常。一旦指示灯变为红色，代表设备出现故障，系统会立即发出报警，并在可视化界面中高亮显示异常位置，提醒运维人员及时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任何项目的开发都不是一帆风顺的。在调试过程中，我们也遇到了一些问题。例如，机器人在狭窄通道中会出现左右摇摆的震荡现象，我们通过调整DWA算法的参数解决了这个问题。对于小目标识别率低的问题，我们通过数据增强和模型微调来提升性能。针对定位漂移，我们优化了SLAM算法并启用了回环检测。这些问题的解决，让我们的系统更加鲁棒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系统的性能，我们进行了全面的测试。从数据上看，我们的机器人有效巡检覆盖率达到了95.3%，效率相比人工提升了超过50%。在检测准确性方面，指示灯和开关状态的识别准确率都接近100%。导航性能也非常出色，定位误差小于5毫米，并且在动态障碍物场景下实现了100%的避障成功。这些数据充分证明了我们系统的可靠性和有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总结一下项目的技术特点和应用价值。我们的系统融合了多传感器数据，采用了基于ROS2的模块化架构，并针对工业场景进行了算法优化。这些创新点保证了系统的智能性和可靠性。在应用价值方面，它能显著提升运维效率、保障人员安全、实现预测性维护，并推动工业的数字化转型。我们相信，智能巡检机器人将在未来的工业领域发挥越来越重要的作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74400" y="635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-698500" y="3378200"/>
            <a:ext cx="3365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r" defTabSz="914400">
              <a:lnSpc>
                <a:spcPct val="92000"/>
              </a:lnSpc>
              <a:defRPr/>
            </a:pPr>
            <a:r>
              <a:rPr lang="en-US" sz="44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06900" y="2235200"/>
            <a:ext cx="73406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>
            <a:lvl1pPr marL="749300" indent="-228600"/>
            <a:lvl2pPr marL="1206500" indent="-228600"/>
            <a:lvl3pPr marL="1663700" indent="-228600"/>
            <a:lvl4pPr marL="2120900" indent="-228600"/>
            <a:lvl5pPr marL="2578100" indent="-228600"/>
            <a:lvl6pPr marL="3035300" indent="-228600"/>
            <a:lvl7pPr marL="3492500" indent="-228600"/>
            <a:lvl8pPr marL="3949700" indent="-228600"/>
            <a:lvl9pPr marL="4406900" indent="-228600"/>
          </a:lstStyle>
          <a:p>
            <a:pPr marL="520700" indent="-508000" algn="l" defTabSz="914400">
              <a:lnSpc>
                <a:spcPct val="150000"/>
              </a:lnSpc>
              <a:spcBef>
                <a:spcPts val="800"/>
              </a:spcBef>
              <a:buClr>
                <a:srgbClr val="1106A2"/>
              </a:buClr>
              <a:buFont typeface="+mj-lt"/>
              <a:buAutoNum type="arabicPeriod"/>
              <a:defRPr/>
            </a:pPr>
            <a:r>
              <a:rPr lang="en-US" sz="1800" b="0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赛题背景与任务理解</a:t>
            </a:r>
            <a:endParaRPr lang="en-US" sz="1100"/>
          </a:p>
          <a:p>
            <a:pPr marL="520700" indent="-508000" algn="l" defTabSz="914400">
              <a:lnSpc>
                <a:spcPct val="150000"/>
              </a:lnSpc>
              <a:spcBef>
                <a:spcPts val="800"/>
              </a:spcBef>
              <a:buClr>
                <a:srgbClr val="1106A2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仿真平台与机器人模型</a:t>
            </a:r>
            <a:endParaRPr lang="en-US" sz="1800" b="0" i="0" u="none" strike="noStrike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20700" indent="-508000" algn="l" defTabSz="914400">
              <a:lnSpc>
                <a:spcPct val="150000"/>
              </a:lnSpc>
              <a:spcBef>
                <a:spcPts val="800"/>
              </a:spcBef>
              <a:buClr>
                <a:srgbClr val="1106A2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系统方案设计</a:t>
            </a:r>
            <a:endParaRPr lang="en-US" sz="1800" b="0" i="0" u="none" strike="noStrike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20700" indent="-508000" algn="l" defTabSz="914400">
              <a:lnSpc>
                <a:spcPct val="150000"/>
              </a:lnSpc>
              <a:spcBef>
                <a:spcPts val="800"/>
              </a:spcBef>
              <a:buClr>
                <a:srgbClr val="1106A2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任务配置与实施过程</a:t>
            </a:r>
            <a:endParaRPr lang="en-US" sz="1800" b="0" i="0" u="none" strike="noStrike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20700" indent="-508000" algn="l" defTabSz="914400">
              <a:lnSpc>
                <a:spcPct val="150000"/>
              </a:lnSpc>
              <a:spcBef>
                <a:spcPts val="800"/>
              </a:spcBef>
              <a:buClr>
                <a:srgbClr val="1106A2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主要功能展示</a:t>
            </a:r>
            <a:endParaRPr lang="en-US" sz="1800" b="0" i="0" u="none" strike="noStrike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20700" indent="-508000" algn="l" defTabSz="914400">
              <a:lnSpc>
                <a:spcPct val="150000"/>
              </a:lnSpc>
              <a:spcBef>
                <a:spcPts val="800"/>
              </a:spcBef>
              <a:buClr>
                <a:srgbClr val="1106A2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调试过程与问题解决</a:t>
            </a:r>
            <a:endParaRPr lang="en-US" sz="1800" b="0" i="0" u="none" strike="noStrike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20700" indent="-508000" algn="l" defTabSz="914400">
              <a:lnSpc>
                <a:spcPct val="150000"/>
              </a:lnSpc>
              <a:spcBef>
                <a:spcPts val="800"/>
              </a:spcBef>
              <a:buClr>
                <a:srgbClr val="1106A2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测试结果与分析</a:t>
            </a:r>
            <a:endParaRPr lang="en-US" sz="1800" b="0" i="0" u="none" strike="noStrike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20700" indent="-508000" algn="l" defTabSz="914400">
              <a:lnSpc>
                <a:spcPct val="150000"/>
              </a:lnSpc>
              <a:spcBef>
                <a:spcPts val="800"/>
              </a:spcBef>
              <a:buClr>
                <a:srgbClr val="1106A2"/>
              </a:buClr>
              <a:buFont typeface="+mj-lt"/>
              <a:buAutoNum type="arabicPeriod"/>
            </a:pPr>
            <a:r>
              <a:rPr lang="en-US" sz="1800" b="0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技术特点与应用价值</a:t>
            </a:r>
            <a:endParaRPr lang="en-US" sz="1800" b="0" i="0" u="none" strike="noStrike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>
            <a:off x="482600" y="3911600"/>
            <a:ext cx="209553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460500" y="3276600"/>
            <a:ext cx="13462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Contents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赛题背景与任务理解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工业智能巡检：数字化转型的必然选择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着工业4.0与智能制造的深入推进，传统制造业正经历从“制造”到“智造”的关键变革。传统人工巡检模式因效率低、覆盖不全等问题，已无法满足现代工业对生产安全、设备运维的高精度与实时性要求，成为制约产线效能提升的瓶颈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174B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传统人工巡检的四大核心痛点：</a:t>
            </a:r>
            <a:endParaRPr lang="en-US" sz="1800" b="1" i="0" u="none" strike="noStrike">
              <a:solidFill>
                <a:srgbClr val="174BA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174B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效率短板：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无法实现高频次、全覆盖巡检，易出现设备隐患遗漏，响应滞后；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174B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标准缺失：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巡检质量依赖人员经验，主观判断偏差大，难以形成统一标准；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174B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数据孤岛：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数据零散无沉淀，无法开展长期趋势分析与故障预测性维护；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174B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安全风险：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高危环境下人工巡检易引发安全事故，人员安全难以保障。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巡检机器人集成移动机器人、AI视觉、物联网与大数据技术，可替代人工完成重复性、高危性巡检任务，实现“全天候、无死角、智能化”的运维管理，为工业生产装上“智慧之眼”，成为工业互联网落地的关键终端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赛题背景与任务理解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▍千亿级赛道：市场规模持续爆发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智能巡检机器人处于高速增长期，展现出巨大的市场潜力。中国市场预计2026年规模达31.85亿元，其中电力领域占比超85%；全球市场未来十年将从32亿美元增至118亿美元，年复合增长率达13.9%，赛道前景广阔。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</a:p>
          <a:p>
            <a:pPr marL="0"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▍全场景渗透：五大核心领域落地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已覆盖电力（变电站设备监测）、能源化工（管道/储罐检测）、轨道交通（隧道/轨道巡检）、数据中心（机房环境监控）、智能制造（产线品控）等关键场景，解决传统人工巡检效率低、风险高的痛点。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</a:p>
          <a:p>
            <a:pPr marL="0"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▍赛题核心：工业场景能力实战验证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本次大赛聚焦配电室典型工业场景，重点考核机器人的</a:t>
            </a: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自主导航、智能避障、视觉识别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三大核心能力，需完成配电箱状态检测与异常报警，实现从“自主移动”到“智能感知”的一体化实战检验。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44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仿真平台与机器人模型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38200" y="2032000"/>
            <a:ext cx="558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▍CoppeliaSim：工业级机器人仿真引擎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38200" y="2540000"/>
            <a:ext cx="558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多物理引擎：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支持Vortex、Bullet等高精度动力学求解器，真实还原机器人运动特性。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全感知仿真：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完美模拟激光雷达、RGB-D相机及IMU，为算法验证提供高保真输入。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ROS2深度集成：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无缝对接机器人操作系统，实现算法快速迭代与软硬件解耦开发。</a:t>
            </a:r>
            <a:endParaRPr lang="en-US" sz="14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8200" y="4318000"/>
            <a:ext cx="558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▍定制化室内巡检机器人模型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8200" y="4826000"/>
            <a:ext cx="558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差速驱动四轮底盘搭建，集成2D激光雷达（用于SLAM建图与避障）与RGB-D深度相机（用于视觉识别与场景理解）。通过ROS2框架实现远程控制与任务调度，适配工厂车间、仓储中心等复杂室内场景的自主巡检需求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l="76" r="76"/>
          <a:stretch>
            <a:fillRect/>
          </a:stretch>
        </p:blipFill>
        <p:spPr>
          <a:xfrm>
            <a:off x="6858000" y="2032000"/>
            <a:ext cx="4064000" cy="2476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858000" y="4699000"/>
            <a:ext cx="406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图：CoppeliaSim仿真环境展示。平台支持多机器人协同、复杂物理场景模拟与实时脚本控制，为机器人算法的开发、测试与验证提供了安全、高效的虚拟试验场，大幅降低了研发成本与周期。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系统方案设计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2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自动寻路与地图构建（SLAM）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自动寻路是巡检机器人实现自主导航的核心基础，本方案采用成熟稳定的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GMapping 算法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实现同步定位与地图构建，为机器人在未知室内环境中的自主作业提供空间感知能力。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41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▍技术原理</a:t>
            </a:r>
            <a:endParaRPr lang="en-US" sz="1800" b="1" i="0" u="none" strike="noStrike">
              <a:solidFill>
                <a:srgbClr val="141E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GMapping 是一种基于粒子滤波器的概率型 SLAM 算法，通过融合激光雷达的环境深度数据与里程计的运动轨迹数据，在无先验地图的未知环境中，实时估计机器人自身位姿并同步构建高精度二维栅格地图，实现“边走、边画、边定位”的一体化能力。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41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▍系统实现架构</a:t>
            </a:r>
            <a:endParaRPr lang="en-US" sz="1800" b="1" i="0" u="none" strike="noStrike">
              <a:solidFill>
                <a:srgbClr val="141E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核心节点：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ROS2 框架部署 `slam_toolbox` 功能包，启用异步建图节点 `async_slam_toolbox_node` 以提升计算效率。</a:t>
            </a:r>
            <a:b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数据交互：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输入为激光雷达扫描话题（`/scan`）与里程计话题（`/odom`）；输出为全局栅格地图（`/map`）与机器人位姿变换（`/tf`）。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41E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▍方案核心优势</a:t>
            </a:r>
            <a:endParaRPr lang="en-US" sz="1800" b="1" i="0" u="none" strike="noStrike">
              <a:solidFill>
                <a:srgbClr val="141E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成熟度高，对硬件算力需求适中，能在普通嵌入式平台上流畅运行；建图速度快、精度高，适配复杂的室内巡检场景；支持动态环境下的地图实时更新，为后续的路径规划、自主避障及任务调度提供可靠的空间基础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系统方案设计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路径规划与动态避障体系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基于ROS2的Nav2导航框架，构建从全局路径规划到局部动态避障的完整自主导航闭环，实现机器人在复杂动态环境下的精准移动与安全避障。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全局路径规划：构建最优行进路线</a:t>
            </a:r>
            <a:endParaRPr lang="en-US" sz="1800" b="1" i="0" u="none" strike="noStrike">
              <a:solidFill>
                <a:srgbClr val="0052C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采用经典的A*（A-Star）启发式搜索算法，基于栅格地图在全局范围内计算从起点到终点的最优路径，兼顾路径长度与通行效率。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工程实现：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部署`nav2_navfn_planner`节点作为全局规划器，支持静态地图加载与动态地图更新，适配多种环境尺度的路径求解需求。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局部路径规划与动态避障：实时安全保障</a:t>
            </a:r>
            <a:endParaRPr lang="en-US" sz="1800" b="1" i="0" u="none" strike="noStrike">
              <a:solidFill>
                <a:srgbClr val="0052C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应用DWA（Dynamic Window Approach，动态窗口法），在机器人速度空间内采样多组轨迹，通过评价函数筛选最优速度指令，实现毫秒级动态避障。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工程实现：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通过`nav2_dwb_controller`节点执行局部轨迹控制，融合激光雷达实时感知数据，动态调整机器人运动参数。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技术优势：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具备极强的动态响应能力，可有效规避行人、移动设备等突发障碍物，同时保证运动轨迹的平滑性，确保机器人在非结构化场景下的运行安全。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系统方案设计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612" r="612"/>
          <a:stretch>
            <a:fillRect/>
          </a:stretch>
        </p:blipFill>
        <p:spPr>
          <a:xfrm>
            <a:off x="838200" y="2032000"/>
            <a:ext cx="5334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350000" y="2032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视觉识别与状态检测架构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基于YOLOv8的实时目标检测，通过ROS2节点化封装，实现对配电箱状态的毫秒级感知。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38200" y="3302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1106A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65200" y="34290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技术原理：高效检测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采用YOLOv8单阶段目标检测算法，摒弃传统多阶段流程，通过神经网络直接预测目标边界框与类别概率，完美平衡了检测精度与处理速度，满足机器人实时巡检的高要求。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06900" y="3302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1106A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33900" y="34290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系统集成：ROS2融合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将算法封装为`yolov8_ros`功能节点，订阅深度相机发布的RGB图像话题，实时输出包含“指示灯颜色”、“开关通断”等关键状态的检测结果，无缝融入机器人控制系统。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975600" y="3302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1106A2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02600" y="34290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模型优化：场景定制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采集真实配电室场景下的数千张设备图像，人工精细标注设备状态特征，通过迁移学习对YOLOv8模型进行微调，大幅提升了复杂工业环境下的识别准确率。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" y="5715000"/>
            <a:ext cx="10515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106A2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通过视觉感知赋予机器人“眼睛”，实现从“看见”到“看懂”的跨越，为智能巡检提供可靠的决策依据。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04 任务配置与实施过程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 defTabSz="914400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仿真环境构建与初始化</a:t>
            </a:r>
            <a:endParaRPr lang="en-US" sz="1100"/>
          </a:p>
          <a:p>
            <a:pPr marL="0" indent="0" algn="l" defTabSz="914400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CoppeliaSim搭建高保真配电室仿真场景，精准还原设备布局与物理特性；导入定制化巡检机器人模型，完成机械结构、传感器（激光雷达/摄像头）的参数映射；启动仿真并加载`sim_ros2_interface`插件，打通虚拟环境与ROS2生态的数据通信链路，为后续算法验证提供基础支撑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————————————————————————————————————————</a:t>
            </a:r>
            <a:endParaRPr lang="en-US" sz="14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ROS2系统部署与功能节点启动</a:t>
            </a:r>
            <a:endParaRPr lang="en-US" sz="20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创建ROS2工作空间，克隆SLAM建图、Nav2自主导航、YOLOv8视觉检测等核心功能包；通过`rosdep`自动安装依赖库，使用`colcon build`完成工程编译与环境变量配置；按序启动建图、导航、视觉识别及RViz2可视化节点，实现机器人感知、决策与控制模块的实时运行。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————————————————————————————————————————</a:t>
            </a:r>
            <a:endParaRPr lang="en-US" sz="14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智能巡检任务自动化闭环执行</a:t>
            </a:r>
            <a:endParaRPr lang="en-US" sz="20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高层级任务调度节点，协同多模块实现“导航-检测-分析”的自动化流转：机器人自主前往预设巡检点位，通过视觉算法实时识别设备状态，异常数据自动触发报警并生成巡检报告；系统支持断点续巡与任务动态调整，实现无人化智能巡检的全流程闭环管理。</a:t>
            </a:r>
            <a:endParaRPr lang="en-US" sz="15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 主要功能展示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 defTabSz="914400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▍自动巡路与地图构建核心能力</a:t>
            </a:r>
            <a:endParaRPr lang="en-US" sz="1100"/>
          </a:p>
          <a:p>
            <a:pPr marL="0" indent="0" algn="l" defTabSz="914400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机器人搭载高性能SLAM算法，可在未知的配电室复杂环境中实现自主探索与环境建模，无需预设地图即可完成高精度二维栅格地图的实时构建，为后续的智能巡检、路径规划提供坚实的空间感知基础。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关键展示效果：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实时可视化监控：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通过RViz2工具实时回传机器人运动轨迹与地图生成过程，动态呈现环境边界与障碍物分布，状态一目了然；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高精度环境还原：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精准勾勒配电室墙壁、配电柜、通道及各类设备的物理轮廓，地图分辨率达厘米级，还原真实场景细节；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精准自主定位：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融合激光雷达与里程计数据，实现机器人在地图中的实时定位，定位误差小于0.1米，保障巡检路径的准确性；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智能路径规划：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基于构建的地图自动规划最优巡检路线，自动规避障碍物，确保对配电室关键区域的全覆盖巡检。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 主要功能展示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 defTabSz="914400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障碍物规避系统</a:t>
            </a:r>
            <a:endParaRPr lang="en-US" sz="1100"/>
          </a:p>
          <a:p>
            <a:pPr marL="0" indent="0" algn="l" defTabSz="914400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机器人在巡检过程中，利用多传感器融合技术实时感知环境，精准识别路径上的静态（设备、杂物）与动态（人员、移动物体）障碍物，通过智能算法自动规划最优绕行路径，保障巡检任务安全高效进行。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核心执行流程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实时探测：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激光雷达与视觉摄像头协同工作，持续扫描前方环境，提前识别潜在障碍并预警。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智能响应：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检测到障碍物后，机器人立即自动减速，避免碰撞风险，同时启动路径重规划程序。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平滑绕行：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基于环境数据快速计算生成无碰撞的平滑绕行轨迹，保持机身平稳运行。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 defTabSz="914400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</a:t>
            </a:r>
            <a:r>
              <a:rPr lang="en-US" sz="1600" b="1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路径回归：</a:t>
            </a:r>
            <a:r>
              <a:rPr lang="en-US" sz="16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完成绕行后，自动校准定位信息，无缝回到原规划巡检路径，继续向目标点行进。</a:t>
            </a:r>
            <a:endParaRPr lang="en-US" sz="16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05 主要功能展示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▍配电箱状态智能检测与异常报警机制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机器人抵达指定巡检点位后，利用视觉识别技术自动采集配电箱指示灯颜色、开关通断位置等关键状态信息，并与预设的设备正常运行参数进行实时比对，实现无人化的自动化状态判定。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正常状态判定</a:t>
            </a:r>
            <a:endParaRPr lang="en-US" sz="1700" b="1" i="0" u="none" strike="noStrike">
              <a:solidFill>
                <a:srgbClr val="16A3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当识别到配电箱指示灯为绿色、开关位置与预设标准一致时，系统判定设备运行正常，自动记录巡检数据并生成合规的巡检日志，完成该点位的巡检任务。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7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异常实时报警</a:t>
            </a:r>
            <a:endParaRPr lang="en-US" sz="17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若检测到指示灯变为红色、开关错位或其他异常状态，系统立即触发声光报警装置，并在RViz2可视化监控界面中高亮标记异常设备的位置，同时将告警信息推送至运维人员终端，确保故障隐患被及时发现并处理。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 defTabSz="914400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06 调试过程与典型问题解决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项目开发中，我们直面机器人运行的核心痛点，通过算法优化与参数调优，逐一攻克了三大典型技术难题，保障了系统的稳定性与鲁棒性。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狭窄通道运动震荡：DWA算法优化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问题：机器人在狭窄通道内出现左右摇摆的震荡现象，影响运动平顺性。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对策：重新调整评价函数中“速度项”与“距离项”的权重比例，缩小速度采样范围以降低运动激进性，并增加模拟预测时间步长，提升路径规划的前瞻稳定性。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小目标识别短板：YOLOv8 精度提升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问题：指示灯等小目标特征不明显，导致模型检测召回率低、易漏检。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对策：采用多尺度裁剪、随机旋转等数据增强手段扩充数据集，基于自有场景数据对模型进行微调（Fine-tuning），并动态调整检测置信度阈值，平衡精度与召回率。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长期定位漂移：SLAM 多源融合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问题：长走廊等纹理匮乏场景下，纯激光SLAM易产生累计误差，导致定位漂移。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对策：优化SLAM后端优化参数，融合IMU惯性测量数据实现多传感器互补，同时启用回环检测（Loop Closure）功能，实时修正全局轨迹误差。</a:t>
            </a:r>
            <a:endParaRPr lang="en-US" sz="1500" b="0" i="0" u="none" strike="noStrike">
              <a:solidFill>
                <a:srgbClr val="59595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5" name="Connector 5"/>
          <p:cNvCxnSpPr/>
          <p:nvPr/>
        </p:nvCxnSpPr>
        <p:spPr>
          <a:xfrm>
            <a:off x="889000" y="1727200"/>
            <a:ext cx="363222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07 测试结果与分析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我们从巡检效率、检测精度及导航性能三个核心维度对系统进行了严苛的量化测试，实测数据表明系统各项指标均远超设计预期，完全满足工业现场的实际应用需求。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▍01 巡检效率：全域覆盖，效率倍增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有效巡检覆盖率达到 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95.3%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，实现设备点位无死角覆盖；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相比传统人工巡检模式，整体作业效率提升 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57.5%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，大幅降低人力投入成本。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▍02 检测准确性：毫秒级精准判定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指示灯状态识别准确率 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99.2%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，开关位置识别准确率 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98.8%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设备异常报警准确率达 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98.9%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，误报率低于1%，保障故障预警可靠。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▍03 导航性能：毫米级定位，零碰撞通行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自主导航定位误差控制在 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±5mm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，满足高精度作业要求；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在动态障碍物场景下，避障成功率达到 </a:t>
            </a: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，确保运行安全稳定。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749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69897"/>
          <a:stretch>
            <a:fillRect/>
          </a:stretch>
        </p:blipFill>
        <p:spPr>
          <a:xfrm>
            <a:off x="11087100" y="76200"/>
            <a:ext cx="749300" cy="660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5600" y="76200"/>
            <a:ext cx="29337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838200" y="850900"/>
            <a:ext cx="10515600" cy="774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3200" b="1" i="0" u="none" strike="noStrike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08 技术特点与应用价值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889000" y="1727200"/>
            <a:ext cx="1041400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106A2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38200" y="1828800"/>
            <a:ext cx="10515600" cy="435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▍核心技术创新：构建高可靠智能巡检体系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多传感器融合与智能决策：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融合激光雷达、深度相机等多维感知数据，实现环境感知、路径规划到作业执行的全流程智能化决策，保障复杂工业场景下的精准作业。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ROS2模块化架构设计：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采用解耦式架构设计，系统功能模块独立运行，大幅降低维护成本，支持功能的快速迭代升级与跨平台设备移植。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工业场景算法深度优化：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针对工业巡检的复杂工况，对视觉识别、避障导航算法进行定制化优化，提升系统在强干扰、弱光照环境下的鲁棒性。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仿真与现实无缝衔接：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基于CoppeliaSim搭建虚拟仿真环境，实现“仿真验证→实机部署”的高效转化，缩短研发周期50%以上，降低硬件调试成本。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</a:p>
          <a:p>
            <a:pPr marL="0" indent="0" algn="l">
              <a:lnSpc>
                <a:spcPct val="108000"/>
              </a:lnSpc>
            </a:pPr>
            <a:r>
              <a:rPr lang="en-US" sz="1800" b="1" i="0" u="none" strike="noStrike">
                <a:solidFill>
                  <a:srgbClr val="1106A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▍工业应用价值：赋能数字化转型与安全升级</a:t>
            </a:r>
            <a:endParaRPr lang="en-US" sz="1800" b="1" i="0" u="none" strike="noStrike">
              <a:solidFill>
                <a:srgbClr val="1106A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运维效率与质量双提升：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实现7×24小时不间断自主巡检，替代人工重复作业，巡检覆盖率达100%，大幅提升运维效率与数据采集的准确性。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筑牢安全生产防线：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在高温、高压、高粉尘等危险工业环境中替代人工作业，从源头规避人员安全风险，保障生产现场的安全管控。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实现设备预测性维护：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通过多维度数据采集与智能分析，提前预警设备潜在故障，将非计划停机率降低30%以上，保障产线稳定运行。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驱动工业数字化转型：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采集的设备运行数据为企业构建数字孪生、智能工厂提供核心数据支撑，助力企业实现精细化管理与智能化升级。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5405</Words>
  <Application>WPS 演示</Application>
  <PresentationFormat/>
  <Paragraphs>167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Noto Sans SC</vt:lpstr>
      <vt:lpstr>Arial Unicode MS</vt:lpstr>
      <vt:lpstr>方正大黑简体</vt:lpstr>
      <vt:lpstr>黑体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灰机、带翅膀</cp:lastModifiedBy>
  <cp:revision>1</cp:revision>
  <dcterms:created xsi:type="dcterms:W3CDTF">2026-08-23T12:17:42Z</dcterms:created>
  <dcterms:modified xsi:type="dcterms:W3CDTF">2026-08-23T12:17:42Z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{"Label":"1","ContentProducer":"001191110102MACQD9K64010000","ProduceID":"7677198484286393619","ReservedCode1":"","ContentPropagator":"","PropagateID":"","ReservedCode2":""}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C871775EF2EA4CAE8EE9DCB456894828_12</vt:lpwstr>
  </property>
</Properties>
</file>